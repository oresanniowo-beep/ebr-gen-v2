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6"/>
  </p:notesMasterIdLst>
  <p:sldIdLst>
    <p:sldId id="717" r:id="rId2"/>
    <p:sldId id="786" r:id="rId3"/>
    <p:sldId id="802" r:id="rId4"/>
    <p:sldId id="326" r:id="rId5"/>
    <p:sldId id="375" r:id="rId6"/>
    <p:sldId id="806" r:id="rId7"/>
    <p:sldId id="805" r:id="rId8"/>
    <p:sldId id="718" r:id="rId9"/>
    <p:sldId id="740" r:id="rId10"/>
    <p:sldId id="741" r:id="rId11"/>
    <p:sldId id="742" r:id="rId12"/>
    <p:sldId id="743" r:id="rId13"/>
    <p:sldId id="756" r:id="rId14"/>
    <p:sldId id="791" r:id="rId15"/>
    <p:sldId id="335" r:id="rId16"/>
    <p:sldId id="774" r:id="rId17"/>
    <p:sldId id="775" r:id="rId18"/>
    <p:sldId id="788" r:id="rId19"/>
    <p:sldId id="799" r:id="rId20"/>
    <p:sldId id="803" r:id="rId21"/>
    <p:sldId id="793" r:id="rId22"/>
    <p:sldId id="748" r:id="rId23"/>
    <p:sldId id="757" r:id="rId24"/>
    <p:sldId id="776" r:id="rId25"/>
    <p:sldId id="751" r:id="rId26"/>
    <p:sldId id="794" r:id="rId27"/>
    <p:sldId id="807" r:id="rId28"/>
    <p:sldId id="753" r:id="rId29"/>
    <p:sldId id="795" r:id="rId30"/>
    <p:sldId id="759" r:id="rId31"/>
    <p:sldId id="760" r:id="rId32"/>
    <p:sldId id="796" r:id="rId33"/>
    <p:sldId id="797" r:id="rId34"/>
    <p:sldId id="787" r:id="rId35"/>
    <p:sldId id="801" r:id="rId36"/>
    <p:sldId id="789" r:id="rId37"/>
    <p:sldId id="804" r:id="rId38"/>
    <p:sldId id="798" r:id="rId39"/>
    <p:sldId id="721" r:id="rId40"/>
    <p:sldId id="800" r:id="rId41"/>
    <p:sldId id="385" r:id="rId42"/>
    <p:sldId id="720" r:id="rId43"/>
    <p:sldId id="369" r:id="rId44"/>
    <p:sldId id="320" r:id="rId45"/>
  </p:sldIdLst>
  <p:sldSz cx="12192000" cy="6858000"/>
  <p:notesSz cx="6858000" cy="9144000"/>
  <p:embeddedFontLst>
    <p:embeddedFont>
      <p:font typeface="Barlow" pitchFamily="2" charset="77"/>
      <p:regular r:id="rId47"/>
      <p:bold r:id="rId48"/>
      <p:italic r:id="rId49"/>
      <p:boldItalic r:id="rId50"/>
    </p:embeddedFont>
    <p:embeddedFont>
      <p:font typeface="Barlow Black" panose="00000A00000000000000" pitchFamily="2" charset="77"/>
      <p:bold r:id="rId51"/>
      <p:italic r:id="rId52"/>
      <p:boldItalic r:id="rId53"/>
    </p:embeddedFont>
    <p:embeddedFont>
      <p:font typeface="Barlow ExtraBold" panose="00000900000000000000" pitchFamily="2" charset="77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{PREVIOUS_EBR_DATE}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PREVIOUS EBR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{CONTRACT_RENEWAL_DATE}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RENEWAL · {RENEWAL_STAKEHOLDERS}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{LIVE_REGIONS}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LIVE REGIONS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{MAU}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MONTHLY ACTIVE USERS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{BUSIEST_MODULE}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BUSIEST MODULE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{AIV_USED}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AIV USED YTD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ACCOUNT &amp; USAGE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COMMITMENTS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FROM THE LAST EBR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COMPANY UPDATES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HAS CHANGED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{VALUE_REC_DUPES}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{VALUE_REC_ERRORS}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{VALUE_REC_HIST_DUPES}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{VALUE_REC_HIST_ERRORS}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ERRORS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{ERROR_TYPE_COUNT}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DISTINCT ERROR TYPES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{INV_ERRORS_CAUGHT}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 CAUGHT AHEAD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RECOVERY &amp; ERRORS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0072914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Xelix?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134404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2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reconciliations: {MOM_GROWTH}  |  Vendors reconciled: {PCT_VENDORS_RECONCILED}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7999" y="5448766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29224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 (industry benchmark {INDUSTRY_BENCHMARK})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 (industry benchmark {INDUSTRY_BENCHMARK})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Invoice coverage across statements: {INVOICE_COVERAGE}</a:t>
            </a:r>
          </a:p>
        </p:txBody>
      </p:sp>
      <p:sp>
        <p:nvSpPr>
          <p:cNvPr id="9252" name="SS_INVCOV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810512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{AHT_CURRENT}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(CURRENT)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{AHT_PREVIOUS}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(PREVIOUS)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{AHT_DECREASE}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HANDLING TIME DECREASE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{SLA_COMPLIANCE}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SLA COMPLIANCE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HANDLING TIME &amp; SLA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9572</TotalTime>
  <Words>1158</Words>
  <Application>Microsoft Macintosh PowerPoint</Application>
  <PresentationFormat>Widescreen</PresentationFormat>
  <Paragraphs>288</Paragraphs>
  <Slides>44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Barlow ExtraBold</vt:lpstr>
      <vt:lpstr>Calibri</vt:lpstr>
      <vt:lpstr>Barlow Black</vt:lpstr>
      <vt:lpstr>Barlow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25</cp:revision>
  <dcterms:created xsi:type="dcterms:W3CDTF">2023-04-12T13:14:20Z</dcterms:created>
  <dcterms:modified xsi:type="dcterms:W3CDTF">2026-06-17T16:19:05Z</dcterms:modified>
</cp:coreProperties>
</file>