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8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39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Picture Placeholder 2"/>
          <p:cNvSpPr>
            <a:spLocks noGrp="1"/>
          </p:cNvSpPr>
          <p:nvPr>
            <p:ph type="pic" idx="2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3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4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5"/>
          </p:nvPr>
        </p:nvSpPr>
        <p:spPr/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/>
        </p:txBody>
      </p:sp>
      <p:sp>
        <p:nvSpPr>
          <p:cNvPr id="10" name="Text Placeholder 9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/>
        </p:txBody>
      </p:sp>
      <p:sp>
        <p:nvSpPr>
          <p:cNvPr id="11" name="Text Placeholder 10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/>
        </p:txBody>
      </p:sp>
      <p:sp>
        <p:nvSpPr>
          <p:cNvPr id="12" name="Text Placeholder 1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/>
        </p:txBody>
      </p:sp>
      <p:sp>
        <p:nvSpPr>
          <p:cNvPr id="13" name="Text Placeholder 1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/>
        </p:txBody>
      </p:sp>
      <p:sp>
        <p:nvSpPr>
          <p:cNvPr id="14" name="Text Placeholder 13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/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