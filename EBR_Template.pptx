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8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A8B93-92FF-C53C-DFD5-09457930C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1B7493-BA55-8FBF-A5A1-8493B5685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6B757-2D47-D55C-FEC3-7BB7F8FD5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CBBB1-54B2-52A8-3815-F28B28633E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48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