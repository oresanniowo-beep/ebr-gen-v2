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7"/>
  </p:notesMasterIdLst>
  <p:sldIdLst>
    <p:sldId id="717" r:id="rId2"/>
    <p:sldId id="786" r:id="rId3"/>
    <p:sldId id="802" r:id="rId4"/>
    <p:sldId id="326" r:id="rId5"/>
    <p:sldId id="375" r:id="rId6"/>
    <p:sldId id="806" r:id="rId7"/>
    <p:sldId id="805" r:id="rId8"/>
    <p:sldId id="718" r:id="rId9"/>
    <p:sldId id="740" r:id="rId10"/>
    <p:sldId id="741" r:id="rId11"/>
    <p:sldId id="742" r:id="rId12"/>
    <p:sldId id="743" r:id="rId13"/>
    <p:sldId id="756" r:id="rId14"/>
    <p:sldId id="791" r:id="rId15"/>
    <p:sldId id="773" r:id="rId16"/>
    <p:sldId id="335" r:id="rId17"/>
    <p:sldId id="774" r:id="rId18"/>
    <p:sldId id="790" r:id="rId19"/>
    <p:sldId id="775" r:id="rId20"/>
    <p:sldId id="788" r:id="rId21"/>
    <p:sldId id="799" r:id="rId22"/>
    <p:sldId id="803" r:id="rId23"/>
    <p:sldId id="793" r:id="rId24"/>
    <p:sldId id="748" r:id="rId25"/>
    <p:sldId id="757" r:id="rId26"/>
    <p:sldId id="776" r:id="rId27"/>
    <p:sldId id="751" r:id="rId28"/>
    <p:sldId id="794" r:id="rId29"/>
    <p:sldId id="753" r:id="rId30"/>
    <p:sldId id="795" r:id="rId31"/>
    <p:sldId id="759" r:id="rId32"/>
    <p:sldId id="760" r:id="rId33"/>
    <p:sldId id="796" r:id="rId34"/>
    <p:sldId id="797" r:id="rId35"/>
    <p:sldId id="787" r:id="rId36"/>
    <p:sldId id="801" r:id="rId37"/>
    <p:sldId id="789" r:id="rId38"/>
    <p:sldId id="804" r:id="rId39"/>
    <p:sldId id="798" r:id="rId40"/>
    <p:sldId id="721" r:id="rId41"/>
    <p:sldId id="800" r:id="rId42"/>
    <p:sldId id="385" r:id="rId43"/>
    <p:sldId id="720" r:id="rId44"/>
    <p:sldId id="369" r:id="rId45"/>
    <p:sldId id="320" r:id="rId46"/>
  </p:sldIdLst>
  <p:sldSz cx="12192000" cy="6858000"/>
  <p:notesSz cx="6858000" cy="9144000"/>
  <p:embeddedFontLst>
    <p:embeddedFont>
      <p:font typeface="Barlow" pitchFamily="2" charset="77"/>
      <p:regular r:id="rId48"/>
      <p:bold r:id="rId49"/>
      <p:italic r:id="rId50"/>
      <p:boldItalic r:id="rId51"/>
    </p:embeddedFont>
    <p:embeddedFont>
      <p:font typeface="Barlow Black" panose="00000A00000000000000" pitchFamily="2" charset="77"/>
      <p:bold r:id="rId52"/>
      <p:italic r:id="rId53"/>
      <p:boldItalic r:id="rId54"/>
    </p:embeddedFont>
    <p:embeddedFont>
      <p:font typeface="Barlow ExtraBold" panose="00000900000000000000" pitchFamily="2" charset="77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327"/>
    <p:restoredTop sz="95890"/>
  </p:normalViewPr>
  <p:slideViewPr>
    <p:cSldViewPr snapToGrid="0">
      <p:cViewPr varScale="1">
        <p:scale>
          <a:sx n="81" d="100"/>
          <a:sy n="81" d="100"/>
        </p:scale>
        <p:origin x="200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{PREVIOUS_EBR_DATE}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PREVIOUS EBR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{CONTRACT_RENEWAL_DATE}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RENEWAL · {RENEWAL_STAKEHOLDERS}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{LIVE_REGIONS}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LIVE REGIONS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{MAU}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MONTHLY ACTIVE USERS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{BUSIEST_MODULE}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BUSIEST MODULE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{AIV_USED}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AIV USED YTD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ACCOUNT &amp; USAGE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OVERVIEW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44A239-1720-AF56-1043-CA50536FE42F}"/>
              </a:ext>
            </a:extLst>
          </p:cNvPr>
          <p:cNvSpPr txBox="1"/>
          <p:nvPr/>
        </p:nvSpPr>
        <p:spPr>
          <a:xfrm>
            <a:off x="3045373" y="4760284"/>
            <a:ext cx="61012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⚠ Delete this entire section (slides 3–4) if no previous EBR actions to recap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COMMITMENTS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FROM THE LAST EBR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COMPANY UPDATES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HAS CHANGED</a:t>
            </a:r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587824" y="418684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4403270" y="4165076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  <a:endParaRPr lang="en-US" sz="3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MAKE UP 80% OF SPEND (DELETE IF NOT APPROPRIATE)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1193801" y="439238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1155701" y="545918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4940306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4902206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222344" y="4191000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784773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746673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204202" y="4191000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4401020" y="417142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581474" y="4193198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53956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(value)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(volume)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Picture 12_PH"/>
          <p:cNvSpPr/>
          <p:nvPr/>
        </p:nvSpPr>
        <p:spPr>
          <a:xfrm>
            <a:off x="312835" y="933381"/>
            <a:ext cx="6794461" cy="533627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22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29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46720" y="5011823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672264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3465" y="3082029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1E672-3B0B-EFD8-B404-4B6212DE5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6C5347F-5DA1-073B-0235-395CB870F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6B3C394-A11B-8519-1AE4-FAFB9DC2D30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1D350F20-F24B-DF73-A064-DD3AF78DEF7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98E2B203-B4F0-FDE8-8E52-7CB59A522C0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DBD026-E951-E5C6-96A2-B25E22BB440B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0C2E3599-B327-817F-16F7-9A2D6611ED71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4C07802-CD85-8CEC-8A28-CE4574307FCB}"/>
              </a:ext>
            </a:extLst>
          </p:cNvPr>
          <p:cNvSpPr/>
          <p:nvPr/>
        </p:nvSpPr>
        <p:spPr>
          <a:xfrm>
            <a:off x="8051800" y="5094335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51FD981-A25A-719E-EDD4-5B00D3B6B464}"/>
              </a:ext>
            </a:extLst>
          </p:cNvPr>
          <p:cNvSpPr/>
          <p:nvPr/>
        </p:nvSpPr>
        <p:spPr>
          <a:xfrm>
            <a:off x="8013700" y="5706579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BCD917-1F99-E551-9C07-28BA2C1AE8E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1930CE9A-8B39-EA3E-62F1-EE623CC66CAB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F8C87006-8881-FD09-4DCA-DF7301E5239D}"/>
              </a:ext>
            </a:extLst>
          </p:cNvPr>
          <p:cNvSpPr/>
          <p:nvPr/>
        </p:nvSpPr>
        <p:spPr>
          <a:xfrm>
            <a:off x="8046720" y="3138076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7FB39B3-DFE3-3833-DE80-6FB289738340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Picture 4_PH"/>
          <p:cNvSpPr/>
          <p:nvPr/>
        </p:nvSpPr>
        <p:spPr>
          <a:xfrm>
            <a:off x="231950" y="842152"/>
            <a:ext cx="6956231" cy="532460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30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137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{INV_ERROR_TREND_NARRATIVE}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46720" y="483696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93472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373052" y="6070129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  <p:sp>
        <p:nvSpPr>
          <p:cNvPr id="4" name="Shape 14">
            <a:extLst>
              <a:ext uri="{FF2B5EF4-FFF2-40B4-BE49-F238E27FC236}">
                <a16:creationId xmlns:a16="http://schemas.microsoft.com/office/drawing/2014/main" id="{6A9A2F84-743E-DAEB-4408-DD716E21DAA4}"/>
              </a:ext>
            </a:extLst>
          </p:cNvPr>
          <p:cNvSpPr/>
          <p:nvPr/>
        </p:nvSpPr>
        <p:spPr>
          <a:xfrm>
            <a:off x="6178938" y="5876612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437120" y="929838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{VALUE_REC_DUPES}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RECOVERED –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{VALUE_REC_ERRORS}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RECOVERED –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{VALUE_REC_HIST_DUPES}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{VALUE_REC_HIST_ERRORS}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ERRORS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{ERROR_TYPE_COUNT}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DISTINCT ERROR TYPES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{INV_ERRORS_CAUGHT}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 CAUGHT AHEAD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RECOVERY &amp; ERRORS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600671"/>
              </p:ext>
            </p:extLst>
          </p:nvPr>
        </p:nvGraphicFramePr>
        <p:xfrm>
          <a:off x="508000" y="1820564"/>
          <a:ext cx="10072914" cy="3907532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Xelix?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1048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364015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3362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360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{VENDORS_PCT_SPEND}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810512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014B-3B6C-9C1A-D407-E6265EE1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97BF88C1-2F4E-23F3-FFE0-6EFF6DD2048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2ECD2613-04CB-A491-3A44-68C8DB547F99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03236547-DAAB-AF6F-3F67-0062065BC45D}"/>
              </a:ext>
            </a:extLst>
          </p:cNvPr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Gen AI automation activity</a:t>
            </a:r>
          </a:p>
        </p:txBody>
      </p:sp>
      <p:sp>
        <p:nvSpPr>
          <p:cNvPr id="9152" name="SS_15_0_PH">
            <a:extLst>
              <a:ext uri="{FF2B5EF4-FFF2-40B4-BE49-F238E27FC236}">
                <a16:creationId xmlns:a16="http://schemas.microsoft.com/office/drawing/2014/main" id="{4AB27757-1791-2FBC-49ED-285B795B2AEA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>
            <a:extLst>
              <a:ext uri="{FF2B5EF4-FFF2-40B4-BE49-F238E27FC236}">
                <a16:creationId xmlns:a16="http://schemas.microsoft.com/office/drawing/2014/main" id="{9FE118D4-7CBE-79D5-4DD7-5AC0D5807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209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{AHT_CURRENT}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(CURRENT)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{AHT_PREVIOUS}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(PREVIOUS)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{AHT_DECREASE}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HANDLING TIME DECREASE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{SLA_COMPLIANCE}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SLA COMPLIANCE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HANDLING TIME &amp; SLA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9574</TotalTime>
  <Words>1258</Words>
  <Application>Microsoft Macintosh PowerPoint</Application>
  <PresentationFormat>Widescreen</PresentationFormat>
  <Paragraphs>309</Paragraphs>
  <Slides>45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Barlow ExtraBold</vt:lpstr>
      <vt:lpstr>Calibri</vt:lpstr>
      <vt:lpstr>Barlow Black</vt:lpstr>
      <vt:lpstr>Barlow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25</cp:revision>
  <dcterms:created xsi:type="dcterms:W3CDTF">2023-04-12T13:14:20Z</dcterms:created>
  <dcterms:modified xsi:type="dcterms:W3CDTF">2026-06-16T16:59:57Z</dcterms:modified>
</cp:coreProperties>
</file>