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384" r:id="rId10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A8B93-92FF-C53C-DFD5-09457930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1B7493-BA55-8FBF-A5A1-8493B5685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6B757-2D47-D55C-FEC3-7BB7F8FD5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CBBB1-54B2-52A8-3815-F28B28633E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48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8" name="Text 24"/>
          <p:cNvSpPr/>
          <p:nvPr/>
        </p:nvSpPr>
        <p:spPr>
          <a:xfrm>
            <a:off x="6059242" y="1485900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3" name="Text 29"/>
          <p:cNvSpPr/>
          <p:nvPr/>
        </p:nvSpPr>
        <p:spPr>
          <a:xfrm>
            <a:off x="6059242" y="2619375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8" name="Text 34"/>
          <p:cNvSpPr/>
          <p:nvPr/>
        </p:nvSpPr>
        <p:spPr>
          <a:xfrm>
            <a:off x="6051989" y="3752850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3" name="Text 39"/>
          <p:cNvSpPr/>
          <p:nvPr/>
        </p:nvSpPr>
        <p:spPr>
          <a:xfrm>
            <a:off x="6051988" y="4886325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8" name="Text 44"/>
          <p:cNvSpPr/>
          <p:nvPr/>
        </p:nvSpPr>
        <p:spPr>
          <a:xfrm>
            <a:off x="6044840" y="6019800"/>
            <a:ext cx="5790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7030A0"/>
                </a:solidFill>
                <a:latin typeface="Barlow" pitchFamily="34" charset="0"/>
              </a:rPr>
              <a:t>Supporting detail line 2</a:t>
            </a: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043998E-31C8-31FA-FD14-7D2127307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6E42C9E0-3E69-36EC-9C5B-A4284672F30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4303AF9-7ADC-6A32-9E0A-85EA9F6F49DD}"/>
              </a:ext>
            </a:extLst>
          </p:cNvPr>
          <p:cNvSpPr/>
          <p:nvPr/>
        </p:nvSpPr>
        <p:spPr>
          <a:xfrm>
            <a:off x="508000" y="2413000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044A30C7-F04B-687F-ECD8-CE6D1CC12621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A0C008B4-9B8C-002B-BF19-BBB051869765}"/>
              </a:ext>
            </a:extLst>
          </p:cNvPr>
          <p:cNvSpPr/>
          <p:nvPr/>
        </p:nvSpPr>
        <p:spPr>
          <a:xfrm>
            <a:off x="466344" y="974309"/>
            <a:ext cx="30388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{CUSTOMER} COMPANY UPDATES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01856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F00B6-D6F9-7419-DB41-1C608417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  <p:extLst>
      <p:ext uri="{BB962C8B-B14F-4D97-AF65-F5344CB8AC3E}">
        <p14:creationId xmlns:p14="http://schemas.microsoft.com/office/powerpoint/2010/main" val="485488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spcAft>
                <a:spcPts val="600"/>
              </a:spcAft>
              <a:buNone/>
            </a:pPr>
            <a:endParaRPr lang="en-US" sz="1400" dirty="0">
              <a:solidFill>
                <a:srgbClr val="002749"/>
              </a:solidFill>
              <a:latin typeface="Barlow" pitchFamily="34" charset="0"/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