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90" r:id="rId5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9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8" Type="http://schemas.openxmlformats.org/officeDocument/2006/relationships/slide" Target="slides/slide8.xml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3" Type="http://schemas.openxmlformats.org/officeDocument/2006/relationships/image" Target="../media/image13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WORKFLOW_2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